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ShuttleTrack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Shuttle Tracking for Rental Car Companies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61188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 |  March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airport rental customers say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shuttle wait is their #1 frustration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17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02920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 with zero visibility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shuttle location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0896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32918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Waiting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stand curbside with no idea when the shuttle arrives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3756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310896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2918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472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First Impression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7472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and frustration before the rental experience even begins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1792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310896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2918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Revenue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5508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customers switch to Uber/Lyft or competitor brands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ShuttleTrack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GPS map displayed on a lobby TV showing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shuttle location and estimated arrival time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83464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3017520"/>
            <a:ext cx="640080" cy="64008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31272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Bouncie GPS Tracker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plug-and-play device on the shuttle van. 15-second position updates via cellular.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37560" y="283464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37560" y="283464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Shape 12"/>
          <p:cNvSpPr/>
          <p:nvPr/>
        </p:nvSpPr>
        <p:spPr>
          <a:xfrm>
            <a:off x="4251960" y="3017520"/>
            <a:ext cx="640080" cy="64008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312724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Web Dashboard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474720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 app pulls GPS data via Bouncie API. Map with animated shuttle icon + route.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17920" y="283464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0" y="283464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0" y="3017520"/>
            <a:ext cx="640080" cy="64008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12724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508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Screen Display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55080" y="4069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browser on any Smart TV. Auto-refreshes. Customers see ETA at a glance.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7260" y="1828800"/>
            <a:ext cx="36576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188720"/>
            <a:ext cx="6858000" cy="68580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118872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GPS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536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Bouncie OBD-II tracker into shuttle van. Takes 30 seconds. No tools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7260" y="2788920"/>
            <a:ext cx="36576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148840"/>
            <a:ext cx="6858000" cy="68580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214884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2496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sends GPS coordinates every 15 seconds to our web server via REST API.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7260" y="3749040"/>
            <a:ext cx="36576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5920" y="3108960"/>
            <a:ext cx="6858000" cy="68580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5920" y="310896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19202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Map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20240" y="3456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plots shuttle on a live map with route from LAX to 9750 Airport Blvd. ETA calculated in real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645920" y="4069080"/>
            <a:ext cx="6858000" cy="68580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28" name="Shape 26"/>
          <p:cNvSpPr/>
          <p:nvPr/>
        </p:nvSpPr>
        <p:spPr>
          <a:xfrm>
            <a:off x="1645920" y="406908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19202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on TV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920240" y="4416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on any Smart TV in the lobby. Full-screen mode. Auto-updates. Zero maintenance.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Experience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the shuttle?"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long do I have to wait?"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just take an Uber?"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overwhelmed with questions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mentioning wait times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shuttle on the screen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"Arriving in 3 minutes" — instant clarity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freed from repetitive questions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tech-forward brand image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satisfaction scores &amp; reviews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Cost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Cost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~$8/month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one-time hardware purchase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GPS Device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7647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776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Service Plan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54880" y="3776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3776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123944"/>
            <a:ext cx="8229600" cy="347472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123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(if needed)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54880" y="4123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0" y="4123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47141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471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Hosting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54880" y="4471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0" y="4471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(static)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818888"/>
            <a:ext cx="8229600" cy="347472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818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Development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754880" y="4818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4818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560320"/>
            <a:ext cx="260604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5603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274320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&amp; Order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the project. Order Bouncie GPS tracker (~$67).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2560320"/>
            <a:ext cx="260604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25603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274320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1"/>
          <p:cNvSpPr/>
          <p:nvPr/>
        </p:nvSpPr>
        <p:spPr>
          <a:xfrm>
            <a:off x="4251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7472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&amp; Configure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7472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GPS into shuttle. Configure web app with route &amp; branding.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2560320"/>
            <a:ext cx="2606040" cy="16459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25603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Shape 16"/>
          <p:cNvSpPr/>
          <p:nvPr/>
        </p:nvSpPr>
        <p:spPr>
          <a:xfrm>
            <a:off x="7132320" y="274320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5508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to Lobby TV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5508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Smart TV with full-screen browser. Go live same day.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4400" y="4480560"/>
            <a:ext cx="7315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 in under 24 hours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CUSTOMER EXPERIENCE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ShuttleTrack — Real-Time Shuttle Tracking</dc:title>
  <dc:subject>PptxGenJS Presentation</dc:subject>
  <dc:creator>ShuttleTrack Systems</dc:creator>
  <cp:lastModifiedBy>ShuttleTrack Systems</cp:lastModifiedBy>
  <cp:revision>1</cp:revision>
  <dcterms:created xsi:type="dcterms:W3CDTF">2026-03-20T06:22:41Z</dcterms:created>
  <dcterms:modified xsi:type="dcterms:W3CDTF">2026-03-20T06:22:41Z</dcterms:modified>
</cp:coreProperties>
</file>